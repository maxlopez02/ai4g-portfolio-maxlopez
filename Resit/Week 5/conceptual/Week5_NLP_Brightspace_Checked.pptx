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880c61be03476f" /><Relationship Type="http://schemas.openxmlformats.org/officeDocument/2006/relationships/extended-properties" Target="/docProps/app.xml" Id="Re096620b0abb40b2" /><Relationship Type="http://schemas.openxmlformats.org/officeDocument/2006/relationships/officeDocument" Target="/ppt/presentation.xml" Id="R25bfe0ff5b7442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0677a166814b3f"/>
  </p:sldMasterIdLst>
  <p:notesMasterIdLst>
    <p:notesMasterId xmlns:r="http://schemas.openxmlformats.org/officeDocument/2006/relationships" r:id="Reb27ea345070466a"/>
  </p:notesMasterIdLst>
  <p:sldIdLst>
    <p:sldId xmlns:r="http://schemas.openxmlformats.org/officeDocument/2006/relationships" id="256" r:id="R24c5d7f75da34847"/>
    <p:sldId xmlns:r="http://schemas.openxmlformats.org/officeDocument/2006/relationships" id="257" r:id="R90f6cfd119144706"/>
    <p:sldId xmlns:r="http://schemas.openxmlformats.org/officeDocument/2006/relationships" id="258" r:id="Rc3ae2c3870eb4f04"/>
    <p:sldId xmlns:r="http://schemas.openxmlformats.org/officeDocument/2006/relationships" id="259" r:id="R72425e2024cb42bf"/>
    <p:sldId xmlns:r="http://schemas.openxmlformats.org/officeDocument/2006/relationships" id="260" r:id="Rb87c0b638bf946e5"/>
    <p:sldId xmlns:r="http://schemas.openxmlformats.org/officeDocument/2006/relationships" id="261" r:id="R668c114e3006461f"/>
    <p:sldId xmlns:r="http://schemas.openxmlformats.org/officeDocument/2006/relationships" id="262" r:id="R2301bb2e4469415f"/>
    <p:sldId xmlns:r="http://schemas.openxmlformats.org/officeDocument/2006/relationships" id="263" r:id="R6259fc65bd3e4c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186df3994f4a90" /><Relationship Type="http://schemas.openxmlformats.org/officeDocument/2006/relationships/slideMaster" Target="/ppt/slideMasters/slideMaster1.xml" Id="Rbd0677a166814b3f" /><Relationship Type="http://schemas.openxmlformats.org/officeDocument/2006/relationships/notesMaster" Target="/ppt/notesMasters/notesMaster1.xml" Id="Reb27ea345070466a" /><Relationship Type="http://schemas.openxmlformats.org/officeDocument/2006/relationships/presProps" Target="/ppt/presProps.xml" Id="R974f9d051b6e453d" /><Relationship Type="http://schemas.openxmlformats.org/officeDocument/2006/relationships/tableStyles" Target="/ppt/tableStyles.xml" Id="R7f5762b2d0b84e6e" /><Relationship Type="http://schemas.openxmlformats.org/officeDocument/2006/relationships/slide" Target="/ppt/slides/slide1.xml" Id="R24c5d7f75da34847" /><Relationship Type="http://schemas.openxmlformats.org/officeDocument/2006/relationships/slide" Target="/ppt/slides/slide2.xml" Id="R90f6cfd119144706" /><Relationship Type="http://schemas.openxmlformats.org/officeDocument/2006/relationships/slide" Target="/ppt/slides/slide3.xml" Id="Rc3ae2c3870eb4f04" /><Relationship Type="http://schemas.openxmlformats.org/officeDocument/2006/relationships/slide" Target="/ppt/slides/slide4.xml" Id="R72425e2024cb42bf" /><Relationship Type="http://schemas.openxmlformats.org/officeDocument/2006/relationships/slide" Target="/ppt/slides/slide5.xml" Id="Rb87c0b638bf946e5" /><Relationship Type="http://schemas.openxmlformats.org/officeDocument/2006/relationships/slide" Target="/ppt/slides/slide6.xml" Id="R668c114e3006461f" /><Relationship Type="http://schemas.openxmlformats.org/officeDocument/2006/relationships/slide" Target="/ppt/slides/slide7.xml" Id="R2301bb2e4469415f" /><Relationship Type="http://schemas.openxmlformats.org/officeDocument/2006/relationships/slide" Target="/ppt/slides/slide8.xml" Id="R6259fc65bd3e4c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fcecc76ba94e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3ab6deb7844f5e" /><Relationship Type="http://schemas.openxmlformats.org/officeDocument/2006/relationships/notesMaster" Target="/ppt/notesMasters/notesMaster1.xml" Id="R89a4659a322645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87c96ba55c4760" /><Relationship Type="http://schemas.openxmlformats.org/officeDocument/2006/relationships/notesMaster" Target="/ppt/notesMasters/notesMaster1.xml" Id="R5afcb9e4cd104a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02a3cade2045be" /><Relationship Type="http://schemas.openxmlformats.org/officeDocument/2006/relationships/notesMaster" Target="/ppt/notesMasters/notesMaster1.xml" Id="Ref7dc5c49ef14f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90e1f3c0104017" /><Relationship Type="http://schemas.openxmlformats.org/officeDocument/2006/relationships/notesMaster" Target="/ppt/notesMasters/notesMaster1.xml" Id="R422e1796b1874c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b203ed044c405f" /><Relationship Type="http://schemas.openxmlformats.org/officeDocument/2006/relationships/notesMaster" Target="/ppt/notesMasters/notesMaster1.xml" Id="R191ca37f19c146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00d315294840d4" /><Relationship Type="http://schemas.openxmlformats.org/officeDocument/2006/relationships/notesMaster" Target="/ppt/notesMasters/notesMaster1.xml" Id="Rbd738df9dfb048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13b18c2e804bbe" /><Relationship Type="http://schemas.openxmlformats.org/officeDocument/2006/relationships/notesMaster" Target="/ppt/notesMasters/notesMaster1.xml" Id="Rdeaa3ee2d7ab4b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986f33274549b2" /><Relationship Type="http://schemas.openxmlformats.org/officeDocument/2006/relationships/notesMaster" Target="/ppt/notesMasters/notesMaster1.xml" Id="R4653876063c34e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e92fd51ea43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b5b4a678c4b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81be3a19d4f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e793dc0d84d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9673863b0742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4e59d089640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1CD3DC-E288-46CF-B187-37ECF852BF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16243A-ADAA-4674-8AAB-2BD7F82868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935C67-6AB3-4C89-A24F-A525FD4437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97EBAA-5E0D-41CA-8237-C0B31A53E8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C5C52C-CB45-474A-9C43-91A3205457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D56D4E-F1AB-42DA-9C13-A0DCEABFA1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251010-AA2F-4C9E-A9C3-435D40CE57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A326E6-D68F-4CBF-8B2B-52336744FD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34687D-58BE-4F7B-AB88-2B21BFCD0A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95811C-1E02-424E-B338-E329BBE422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bc2e7e5df34241" /><Relationship Type="http://schemas.openxmlformats.org/officeDocument/2006/relationships/slideLayout" Target="/ppt/slideLayouts/slideLayout1.xml" Id="R0736cb1b925341af" /><Relationship Type="http://schemas.openxmlformats.org/officeDocument/2006/relationships/slideLayout" Target="/ppt/slideLayouts/slideLayout2.xml" Id="Rae994c74be1843c7" /><Relationship Type="http://schemas.openxmlformats.org/officeDocument/2006/relationships/slideLayout" Target="/ppt/slideLayouts/slideLayout3.xml" Id="R0ebd5ddf288c4009" /><Relationship Type="http://schemas.openxmlformats.org/officeDocument/2006/relationships/slideLayout" Target="/ppt/slideLayouts/slideLayout4.xml" Id="R8be8f3e92b41482c" /><Relationship Type="http://schemas.openxmlformats.org/officeDocument/2006/relationships/slideLayout" Target="/ppt/slideLayouts/slideLayout5.xml" Id="Rf10356ba64f0475b" /><Relationship Type="http://schemas.openxmlformats.org/officeDocument/2006/relationships/slideLayout" Target="/ppt/slideLayouts/slideLayout6.xml" Id="Ra9183feb98f04f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36cb1b925341af"/>
    <p:sldLayoutId xmlns:r="http://schemas.openxmlformats.org/officeDocument/2006/relationships" id="2147483650" r:id="Rae994c74be1843c7"/>
    <p:sldLayoutId xmlns:r="http://schemas.openxmlformats.org/officeDocument/2006/relationships" id="2147483651" r:id="R0ebd5ddf288c4009"/>
    <p:sldLayoutId xmlns:r="http://schemas.openxmlformats.org/officeDocument/2006/relationships" id="2147483652" r:id="R8be8f3e92b41482c"/>
    <p:sldLayoutId xmlns:r="http://schemas.openxmlformats.org/officeDocument/2006/relationships" id="2147483653" r:id="Rf10356ba64f0475b"/>
    <p:sldLayoutId xmlns:r="http://schemas.openxmlformats.org/officeDocument/2006/relationships" id="2147483654" r:id="Ra9183feb98f04f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7ede59813413d" /><Relationship Type="http://schemas.openxmlformats.org/officeDocument/2006/relationships/image" Target="/ppt/media/image.png" Id="R379c0d8cda8943c4" /><Relationship Type="http://schemas.openxmlformats.org/officeDocument/2006/relationships/notesSlide" Target="/ppt/notesSlides/notesSlide1.xml" Id="R01496a7df52143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e5c263e3554ee7" /><Relationship Type="http://schemas.openxmlformats.org/officeDocument/2006/relationships/notesSlide" Target="/ppt/notesSlides/notesSlide2.xml" Id="R5ae551eb2d2247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f62dd8aa24b27" /><Relationship Type="http://schemas.openxmlformats.org/officeDocument/2006/relationships/notesSlide" Target="/ppt/notesSlides/notesSlide3.xml" Id="Rf73377666ee64d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3ba198bb7a4b40" /><Relationship Type="http://schemas.openxmlformats.org/officeDocument/2006/relationships/notesSlide" Target="/ppt/notesSlides/notesSlide4.xml" Id="R3fa643d6df7045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f35687d884b4d" /><Relationship Type="http://schemas.openxmlformats.org/officeDocument/2006/relationships/notesSlide" Target="/ppt/notesSlides/notesSlide5.xml" Id="R674096d5f6fd4f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4b3cfdd0ac45d7" /><Relationship Type="http://schemas.openxmlformats.org/officeDocument/2006/relationships/notesSlide" Target="/ppt/notesSlides/notesSlide6.xml" Id="R84360fed033d4a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08e1dd8631408b" /><Relationship Type="http://schemas.openxmlformats.org/officeDocument/2006/relationships/notesSlide" Target="/ppt/notesSlides/notesSlide7.xml" Id="Rc41a9b294d9348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1bebcc20d4b87" /><Relationship Type="http://schemas.openxmlformats.org/officeDocument/2006/relationships/notesSlide" Target="/ppt/notesSlides/notesSlide8.xml" Id="R083e09df242e4c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7EB5E-8A10-4A4A-B2C7-958A7941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29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7F0E8-190C-4234-8F58-28B30B441F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c0d8cda8943c4"/>
          <a:srcRect xmlns:a="http://schemas.openxmlformats.org/drawingml/2006/main" l="23892" t="0" r="23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1A184-F3B5-4C16-ADEA-CA1BD010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457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736"/>
              </a:gs>
              <a:gs pos="100000">
                <a:srgbClr val="0B17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3BE7E-4468-4941-AFF4-AE64C525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WEEK 5    CONCEPTUAL RETAKE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7CD7A-A17D-4AB1-B79E-46A9A8FB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476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352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Natural Language 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70792-B628-409E-AA7D-C88071A7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324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650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The NLP tasks, pipeline, product test, and dataset from Week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40B9C-DC0E-486A-8D3B-C8CEFAE1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8D94D-6DBD-4A1C-B762-982CDCB5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Attendance resit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0CA5A-C58A-42DC-BF10-04FDA1AA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0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Max Lopez</a:t>
            </a:r>
          </a:p>
        </p:txBody>
      </p:sp>
    </p:spTree>
    <p:extLst>
      <p:ext uri="{BB962C8B-B14F-4D97-AF65-F5344CB8AC3E}">
        <p14:creationId xmlns:p14="http://schemas.microsoft.com/office/powerpoint/2010/main" val="1084785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30A16-D492-450F-990A-6C3C49E1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01  TWO CORE TASKS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AF4F6-23C1-42D6-9617-FFE4371C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Intent classification and entity extraction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00891-EB8A-4C5D-88BB-0375B2D3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6D630-BFC7-46A6-845F-37A6D883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E9ABB-5DD2-4DC0-A2A9-F6520C90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INTENT 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D0DD9-FB87-40A9-B28A-E039188F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Input: a student message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Example: “reset my Canvas password”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Output: account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3B910-7D21-48E0-9971-0FDD16C2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F702F-DDC5-4A43-8507-EE507422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ENTITY EXTRACTION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08A60-40CF-474B-9A23-72FAA75F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Input: a sentence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Example: “Canvas exam tomorrow”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Output: Canvas = system, tomorrow =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99047-E30D-4104-A670-7CAE3394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560DE-4DD5-4E53-983C-59FA4951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One sentence can contain both an intent and several entities.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C53C9-6C12-463B-A246-9D8CCD1A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6023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0FF1A-C5CC-4FF7-A6EC-540AB218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02  PRODUCT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59165-4B28-4C04-845E-7D437B44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Test one NLP product you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05FE3-8A0C-417B-B178-B3318B20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0934C-5D02-4DAB-AAE0-70D07B63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98926-7D56-4B33-AA0C-7887BE76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TRY THIS WITH A REAL ARTICLE OR COURSE 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00B6D-F14E-46D1-A801-C4446D7D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396BB-83C0-4232-8B67-35DC645C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040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575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Use one real article or course text. Ask a summariser for five simple bullets. Tell it to keep names, dates, and uncertainty.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F8398-32E7-4986-90B9-2BDA0320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Check the output for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A6A00-4F3A-4A33-B592-8D64125F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647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8"/>
              </a:spcAft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42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Did it keep the main facts?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8"/>
              </a:spcAft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42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Did it add anything?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8"/>
              </a:spcAft>
              <a:buNone/>
              <a:defRPr sz="142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42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Was the summary clear?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A9B02-4B77-4764-B2FC-F33EADB7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24350"/>
            <a:ext cx="3905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07652-BECB-48E8-B2BA-46D7434F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66213-ED18-475B-8279-CD824F16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72050"/>
            <a:ext cx="3371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Add one real success and one real failure before recording.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AA90E-F2FC-4337-90AC-A0EFCD0E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2783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F5E16-CBC3-451B-A7B6-AB9CA336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03  LANGUAGE IS MESSY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1DC03-DC44-4E7B-8F14-3864B05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Why language is hard for computers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20EA3-1893-4094-9848-64AF01B3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68F2C-708C-4A7E-B0EC-891D80E8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5574F-1D94-4EC7-9972-3687970D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AMBIGUITY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C7E4B-EB6E-4657-B117-88C96DEC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E8820-4BC6-4D87-B0EB-CFB493C0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“I saw the student with the camera.” Who has the camera?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30D85-EDF0-4569-8D9F-084AABFE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431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NEGATION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2EEC9-50BB-4930-BC02-FD9C0C99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A73F9-39D0-4C93-8AC6-180B333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“The service is not bad” reverses a simple negative keyword.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AF147-0633-408D-8980-99430635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SARCASM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D79D1-B20E-4DE7-B92A-07AAA199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A1AD2-4D97-403A-B690-C7125A6F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“Great, another system outage” may express frustration, not praise.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A5D2C-0D4C-4B85-B74A-04BC497F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CONTEXT &amp; DIALECT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02DB8-DFF0-49C7-9427-F532A4A0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624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91A30-B46D-4A3E-BAD7-C4EA7BFB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148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Meaning depends on community, history, situation and speaker.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077DB-25A6-4935-8AFA-5D3A14F2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5928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4BF4D5-6FA9-4AE2-B22B-B587B78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04 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FA3DC-C9BD-45C2-A29B-7661B085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One sentence through the NLP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A98E6-E853-4285-A7DC-B6634E73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C63D0-EBE3-408E-BE31-923DFE31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AA24A-14C1-4F1F-8FE2-339E45DB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874E2-29F5-4181-B12B-6110D857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1F3CE-565E-4A57-A161-A3F1E6A1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Normalise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78D27-43CD-41EB-87C7-192A29D9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561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Sentence: “I can’t access Canvas before tomorrow’s exam.”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Lowercase, but keep the meaning.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B19E5-BE6E-400A-A671-D3BCDB0C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8C002-EB3F-4B7D-B0E1-8337742C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F765F-6CDE-47AE-BA0E-37A0CF6B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75775-E8AF-4109-B2F7-EC699B08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Tokenise and clean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F7E16-138B-483A-B58F-58892587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Split into tokens. Keep “can’t” and “tomorrow” because they change the route.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D3D25-FAFE-4E1F-8E0E-4BBD97E1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DA5E1-11BB-4872-A0A6-235AE5A4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F13A9-A1CB-4392-821D-400E9DE4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C1BEE-F5A1-47D5-ABF7-5F063EA8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Represent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2EAA0-1FA8-46C0-929A-74437145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Use word counts or embeddings to turn the tokens into numbers.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DB97A-29D1-40C6-AE0F-D191AF8C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EEF92-DD80-4A28-BAB0-0F06C18F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E5C23-10A2-45AB-8824-D88BC52C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4AF70-9A4A-49CA-AD94-D07842EA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Predict and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1603AF-BAED-4FAF-A4BD-51D94F4F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Intent: account access. Urgency: high. A staff member checks the result.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313AB-5080-4D33-B455-19EBD95D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6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Removing “can’t” or “tomorrow” could change the result.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647BEC-480D-46FE-B572-604AB651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1671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3F972-F7ED-4825-BA09-EB8565B6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05  REPRESENTATION AND ETHICS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F8512-9BD4-46CB-AA12-CAE2C8E1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Dataset choices and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CE72E-7864-4412-A3F4-5722036D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A93D7-1EBF-4566-A0A8-7E5A2F14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0383A-1128-4C9B-89C4-699CFC0B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DESIGN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48996-F8DF-44DC-B82C-19104651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Tokenisation and language coverage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Clear intent labels and uncertain cases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Examples from different channels and student groups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548AC-BD52-4CC5-ABD7-B3731AC9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088BF-AAE3-4096-8923-9854EB60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RISKS TO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7DC4B-E4E3-48F3-B4F4-6ECABB62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Private information in messages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More errors for some languages or writing styles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Students blocked from human help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BC62B-A8C6-4C64-BD7C-B93EF1AB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AB476-DFF0-4B00-86E8-F56914B8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Check results by language and situation, not only overall accuracy.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D5C4D-6A98-4BF2-9D72-A524CBEF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7425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D8E261-F3AC-4FCA-993A-B1C0C900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06  DATASET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B3A60-30CA-4C7F-B561-2D69E301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Student-support routing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C05E4-8597-4DF6-8E2F-CEFAA500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DC97F-CCF8-4781-A468-982D0789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EB161-D19B-494A-88A5-C817612D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DA4E5-1E79-46AD-BA10-7B811BF3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43897-E502-4252-B9F9-8763BF7C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E462E-BD40-4956-AAFD-D2EDCEAE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ADF45-6C43-4593-932C-62724E8E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81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B4CE5-C003-4C67-BED8-45B487D1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Why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42A7D-CF03-481A-9612-858257BD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81200"/>
            <a:ext cx="287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098A3-733C-420A-A4BF-83F481AA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7645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Safeguard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FEB79-28C4-4BFD-943E-866DCC0F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1B059-72A0-4AE3-9BC9-91AEBFB8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Message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ED0C0-B283-4D97-9314-28577308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3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74A94-11CE-4A0A-BD81-19AF7FB2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289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“Canvas login fails”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B8CC6-7D02-4AF0-ADD9-3F3E54FE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33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3491E-E52B-4EB1-B76A-C066A734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Primary language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2F56A-D116-498D-9202-C8F315A6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F66F7-BA7F-4CA0-A260-60918EDF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289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Remove identifiers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0922F8-0231-43D5-803E-F4C9D192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B93286-6C70-4BA4-AC3A-4DFDC26F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Intent label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789B0-CAE1-49B7-A80F-0E52F6A0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7ED60-B60C-4158-8F0B-2F69F37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9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Account access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9A457-ECBB-463D-9850-E4AFFD31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147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45C445-26A6-4000-B5E9-E56D661C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Supervised target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A8FF2-949A-4564-A6FC-6C63336B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147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EA5DD7-B098-40A7-9FE9-98E91C7E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Clear label guide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F777FC-64EE-4EFB-8B32-355B093B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5B6089-DE85-4EFB-82E7-E015C9C1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Urgency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3E5A42-0B76-4860-86AB-BBB3E679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95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2D4C46-28DC-4D1B-85CF-2530CCBB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910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Before exam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A19028-E1AA-4362-98E3-BCAA7193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755E88-7F56-4552-88EB-FEA0FA67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910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Prioritisation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B8C179-9F8B-4127-A7C9-015C3539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15DAFC-8667-4A72-B557-96329C66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100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Human escalation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FB4776-F89D-4AAF-B668-851FDD33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C07E31-1D0B-47AC-9014-D9D551EA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Language / channel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F793A7-3F9E-498A-8E77-64BA8AF0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768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F04649-0C37-437D-B515-06332242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720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Dutch, English, chat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23AFC2-2AA0-4564-BE31-FED99CD7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768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C8ED14-F61B-4CF3-B950-7F193A78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720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Slice evaluation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29EB38-9858-4BDE-9DB6-3B9984C1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768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C73496-5CDE-4428-955D-4BD16B98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720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Avoid stereotyping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D5460C-87EC-41DA-8B59-157944B5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5967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60991-208B-4E7F-8CE3-5F74D94C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07  BEFORE RECORDING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AD07D-986B-46F9-B6D6-4158AE34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23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31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Your own product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7841F-C02F-4D1F-9305-881B42D9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426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5FB4A-DA9E-492A-A345-1E98B46B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271A7-BA27-460B-AE2E-C4A8880C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42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Use a real text. Save the prompt, source, and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F2DA6-C47B-4AD7-892E-78C5640E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Judge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981F5-ABF6-4D78-881B-3851B6FA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42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Mark one clear success and one failure.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87880-AAE8-4413-A96A-B91CC717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Reflect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DBC1B-804A-453E-B281-299495DF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42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Explain who could be affected and what you would change.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09910-40A8-4078-BC75-9E891193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5FB34-D425-44F0-A6B8-D99CA370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Evidence: saved prompt, output, one success and one failure.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5DCAB-B455-4DFE-A750-1CA81855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Max Lopez    Attendance resit    Week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42882-AD33-4A3C-8E27-DA082046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21735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2026-10-30T16:50:52.6170000Z</dcterms:created>
  <dcterms:modified xsi:type="dcterms:W3CDTF">2026-10-30T16:50:52.6170000Z</dcterms:modified>
</coreProperties>
</file>